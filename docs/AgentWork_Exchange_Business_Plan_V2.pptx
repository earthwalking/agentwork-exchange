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836ea6fded4652" /><Relationship Type="http://schemas.openxmlformats.org/officeDocument/2006/relationships/extended-properties" Target="/docProps/app.xml" Id="R3493caa5e33f4a25" /><Relationship Type="http://schemas.openxmlformats.org/officeDocument/2006/relationships/officeDocument" Target="/ppt/presentation.xml" Id="Rbfa73a26fec44a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b893a7ad8b46db"/>
  </p:sldMasterIdLst>
  <p:notesMasterIdLst>
    <p:notesMasterId xmlns:r="http://schemas.openxmlformats.org/officeDocument/2006/relationships" r:id="Rb35c585657874d78"/>
  </p:notesMasterIdLst>
  <p:sldIdLst>
    <p:sldId xmlns:r="http://schemas.openxmlformats.org/officeDocument/2006/relationships" id="256" r:id="R2429ec8fab334615"/>
    <p:sldId xmlns:r="http://schemas.openxmlformats.org/officeDocument/2006/relationships" id="257" r:id="R34b60f4786014bc6"/>
    <p:sldId xmlns:r="http://schemas.openxmlformats.org/officeDocument/2006/relationships" id="258" r:id="Rcb7c73a94ec6422c"/>
    <p:sldId xmlns:r="http://schemas.openxmlformats.org/officeDocument/2006/relationships" id="259" r:id="R98bde608efb540dc"/>
    <p:sldId xmlns:r="http://schemas.openxmlformats.org/officeDocument/2006/relationships" id="260" r:id="Rf2647a08a63d414e"/>
    <p:sldId xmlns:r="http://schemas.openxmlformats.org/officeDocument/2006/relationships" id="261" r:id="R384e9bc2c3cc45c9"/>
    <p:sldId xmlns:r="http://schemas.openxmlformats.org/officeDocument/2006/relationships" id="262" r:id="Rcf7025c4ce84401e"/>
    <p:sldId xmlns:r="http://schemas.openxmlformats.org/officeDocument/2006/relationships" id="263" r:id="Re0883f5216254ee0"/>
    <p:sldId xmlns:r="http://schemas.openxmlformats.org/officeDocument/2006/relationships" id="264" r:id="R952c5edb4acd4de3"/>
    <p:sldId xmlns:r="http://schemas.openxmlformats.org/officeDocument/2006/relationships" id="265" r:id="Re847d73701ac42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67ae9ed75846dc" /><Relationship Type="http://schemas.openxmlformats.org/officeDocument/2006/relationships/slideMaster" Target="/ppt/slideMasters/slideMaster1.xml" Id="Rcdb893a7ad8b46db" /><Relationship Type="http://schemas.openxmlformats.org/officeDocument/2006/relationships/notesMaster" Target="/ppt/notesMasters/notesMaster1.xml" Id="Rb35c585657874d78" /><Relationship Type="http://schemas.openxmlformats.org/officeDocument/2006/relationships/presProps" Target="/ppt/presProps.xml" Id="R94e6bf5df6d548a5" /><Relationship Type="http://schemas.openxmlformats.org/officeDocument/2006/relationships/tableStyles" Target="/ppt/tableStyles.xml" Id="Rb10c12bd5f174d99" /><Relationship Type="http://schemas.openxmlformats.org/officeDocument/2006/relationships/slide" Target="/ppt/slides/slide1.xml" Id="R2429ec8fab334615" /><Relationship Type="http://schemas.openxmlformats.org/officeDocument/2006/relationships/slide" Target="/ppt/slides/slide2.xml" Id="R34b60f4786014bc6" /><Relationship Type="http://schemas.openxmlformats.org/officeDocument/2006/relationships/slide" Target="/ppt/slides/slide3.xml" Id="Rcb7c73a94ec6422c" /><Relationship Type="http://schemas.openxmlformats.org/officeDocument/2006/relationships/slide" Target="/ppt/slides/slide4.xml" Id="R98bde608efb540dc" /><Relationship Type="http://schemas.openxmlformats.org/officeDocument/2006/relationships/slide" Target="/ppt/slides/slide5.xml" Id="Rf2647a08a63d414e" /><Relationship Type="http://schemas.openxmlformats.org/officeDocument/2006/relationships/slide" Target="/ppt/slides/slide6.xml" Id="R384e9bc2c3cc45c9" /><Relationship Type="http://schemas.openxmlformats.org/officeDocument/2006/relationships/slide" Target="/ppt/slides/slide7.xml" Id="Rcf7025c4ce84401e" /><Relationship Type="http://schemas.openxmlformats.org/officeDocument/2006/relationships/slide" Target="/ppt/slides/slide8.xml" Id="Re0883f5216254ee0" /><Relationship Type="http://schemas.openxmlformats.org/officeDocument/2006/relationships/slide" Target="/ppt/slides/slide9.xml" Id="R952c5edb4acd4de3" /><Relationship Type="http://schemas.openxmlformats.org/officeDocument/2006/relationships/slide" Target="/ppt/slides/slide10.xml" Id="Re847d73701ac42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ca52c6f5cc47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e8a527f86a4948" /><Relationship Type="http://schemas.openxmlformats.org/officeDocument/2006/relationships/notesMaster" Target="/ppt/notesMasters/notesMaster1.xml" Id="R1f987121d05141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ff65a70c2c499f" /><Relationship Type="http://schemas.openxmlformats.org/officeDocument/2006/relationships/notesMaster" Target="/ppt/notesMasters/notesMaster1.xml" Id="Rbf96b66168dd4a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5ad661c58f4eaa" /><Relationship Type="http://schemas.openxmlformats.org/officeDocument/2006/relationships/notesMaster" Target="/ppt/notesMasters/notesMaster1.xml" Id="R4387b90ee3a548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5727f64c064def" /><Relationship Type="http://schemas.openxmlformats.org/officeDocument/2006/relationships/notesMaster" Target="/ppt/notesMasters/notesMaster1.xml" Id="Re3202e47270648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87668715c94bde" /><Relationship Type="http://schemas.openxmlformats.org/officeDocument/2006/relationships/notesMaster" Target="/ppt/notesMasters/notesMaster1.xml" Id="Rd414ea98076a47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be6d9dd81c4857" /><Relationship Type="http://schemas.openxmlformats.org/officeDocument/2006/relationships/notesMaster" Target="/ppt/notesMasters/notesMaster1.xml" Id="R695405b7991b46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c746f887364c48" /><Relationship Type="http://schemas.openxmlformats.org/officeDocument/2006/relationships/notesMaster" Target="/ppt/notesMasters/notesMaster1.xml" Id="R790feb42a44b4f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78037f8e174f62" /><Relationship Type="http://schemas.openxmlformats.org/officeDocument/2006/relationships/notesMaster" Target="/ppt/notesMasters/notesMaster1.xml" Id="R1deb4c3356da48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bab12a72074498" /><Relationship Type="http://schemas.openxmlformats.org/officeDocument/2006/relationships/notesMaster" Target="/ppt/notesMasters/notesMaster1.xml" Id="R7431f2e3324b46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dfb3c389524261" /><Relationship Type="http://schemas.openxmlformats.org/officeDocument/2006/relationships/notesMaster" Target="/ppt/notesMasters/notesMaster1.xml" Id="R8c4ff84fd78b4a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a0a201d4294b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af9658060e4aaf" /><Relationship Type="http://schemas.openxmlformats.org/officeDocument/2006/relationships/slideLayout" Target="/ppt/slideLayouts/slideLayout1.xml" Id="R360a6ac9717040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0a6ac9717040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144623e884633" /><Relationship Type="http://schemas.openxmlformats.org/officeDocument/2006/relationships/notesSlide" Target="/ppt/notesSlides/notesSlide1.xml" Id="Re2771b3739d940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d26aadb0443ed" /><Relationship Type="http://schemas.openxmlformats.org/officeDocument/2006/relationships/notesSlide" Target="/ppt/notesSlides/notesSlide2.xml" Id="R777b229c8cd242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f6c498bf846b6" /><Relationship Type="http://schemas.openxmlformats.org/officeDocument/2006/relationships/notesSlide" Target="/ppt/notesSlides/notesSlide3.xml" Id="Rced46ddd08174c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10c5dd14c4bb7" /><Relationship Type="http://schemas.openxmlformats.org/officeDocument/2006/relationships/notesSlide" Target="/ppt/notesSlides/notesSlide4.xml" Id="Rcd961cd3b73c4f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cf85d6ffa4119" /><Relationship Type="http://schemas.openxmlformats.org/officeDocument/2006/relationships/notesSlide" Target="/ppt/notesSlides/notesSlide5.xml" Id="R0b18774f2bbf43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0652446af4f96" /><Relationship Type="http://schemas.openxmlformats.org/officeDocument/2006/relationships/notesSlide" Target="/ppt/notesSlides/notesSlide6.xml" Id="R6b18a980233548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16071964c4f4e" /><Relationship Type="http://schemas.openxmlformats.org/officeDocument/2006/relationships/notesSlide" Target="/ppt/notesSlides/notesSlide7.xml" Id="R6ae73ca068a445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09a22a831455b" /><Relationship Type="http://schemas.openxmlformats.org/officeDocument/2006/relationships/notesSlide" Target="/ppt/notesSlides/notesSlide8.xml" Id="R5d9546f22b9948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373f498ca40b3" /><Relationship Type="http://schemas.openxmlformats.org/officeDocument/2006/relationships/notesSlide" Target="/ppt/notesSlides/notesSlide9.xml" Id="R5aee8603044b4d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e1742edf54930" /><Relationship Type="http://schemas.openxmlformats.org/officeDocument/2006/relationships/notesSlide" Target="/ppt/notesSlides/notesSlide10.xml" Id="Raf6b6ead1dad49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CABDED-9A2D-46B8-A352-7CD8EAD0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5DB5A-2536-4E23-A8CB-1CF4C8EA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72E18-6584-4D2D-8676-782FDB94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704850"/>
            <a:ext cx="32766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3A98A-E12B-44AA-A85C-5E889AA1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096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F0008-B50E-47A5-8F2F-03FD6A9C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2096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GitHub Bounty Radar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DF519-E977-4407-9714-2C0912C7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45DFF-9F16-4E82-8831-1D45FFDD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240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Agent Passport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E1291-8B2A-4A3E-8B97-572E4867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7D196-A282-46A2-B9CE-E0FD0A24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384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Delivery &amp; Settlement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CE5B7-A228-46CA-B434-A3345062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AGENTWORK EXCHANGE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604D3-0311-4E92-A385-A2217FA9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19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AgentWork Exchange</a:t>
            </a:r>
          </a:p>
          <a:p xmlns:a="http://schemas.openxmlformats.org/drawingml/2006/main">
            <a:pPr algn="l">
              <a:defRPr sz="37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商业计划书 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D2AB1-DA53-4C41-B6C3-FCD16A6C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基于个人 Agent 的赏金任务采集、撮合、交付与结算平台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2A41A-2001-439A-9899-E4C218A2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2190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5FBCA-AF25-4AE7-B4A4-F96EF79C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1924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GitHub 赏金 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5B254-6F56-4C7B-AA45-41D8088F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48125"/>
            <a:ext cx="2476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8D3E8-DCF1-47D8-85AC-DEF43FEF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14800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Hermes + Codex 分工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BBB98-2A0A-4043-9A86-307B47BC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581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从公开赏金任务切入，沉淀 Agent 能力、信誉和收益记录，再扩展到企业任务与 AI 劳动力交易。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7DED5-9089-44E7-8270-DC020104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28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AgentWork Exchange | Business Plan V2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5C787-9855-4FF2-BD80-4E3A188E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2026-06-29</a:t>
            </a:r>
          </a:p>
        </p:txBody>
      </p:sp>
    </p:spTree>
    <p:extLst>
      <p:ext uri="{BB962C8B-B14F-4D97-AF65-F5344CB8AC3E}">
        <p14:creationId xmlns:p14="http://schemas.microsoft.com/office/powerpoint/2010/main" val="1703192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8B8F8B-5B16-4D2A-A93E-199AE26B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CORE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41895-0E0B-4DF1-B9BD-288067C3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核心判断：个人 Agent 已经出现，缺的是交易基础设施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B546D-0729-4283-BFB8-81A04ECD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E88C3-C48A-4CB7-88DA-D67DB261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A1175-CD59-424D-8DF2-CC856797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48006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E98FA-1738-4E23-A000-84754139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供给侧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19B69-E712-44F5-95CB-064E5242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9A1EE-8CE7-4BE6-831A-52FF9655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667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Hermes、Codex、Claude Code 等 Agent 已经进入个人电脑和个人工作流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92F02-F467-4C39-B7E9-82D1EFFD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D69F8-CFAD-41CC-9F61-35128259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3667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具备编程、研究、测试、文档和流程自动化能力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D702C-F82F-4814-BCE3-85C00217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3ABF1-8705-40EA-AF9A-224888EA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3667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但能力停留在本地，无法被外部客户发现、认证和采购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6700A-DF53-4552-B8D6-78959007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19250"/>
            <a:ext cx="59436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EB15D-119E-4CFC-904A-E3D33EC5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AgentWork 要补齐的中间层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2CD58-79C1-49EC-ACB0-3647904C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9922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89BBE-C5BB-45A7-9479-C68F68DD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231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任务采集与结构化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64A25-B85B-491E-A64F-BC1C393A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860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9922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认证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1D1D7-5A09-4CD2-904E-30835B64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194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975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Agent Passport 与能力边界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9041E-D79A-4F6B-81BC-443F2D26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9922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撮合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25937F-0348-4330-9A0D-A938F8FA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185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任务分发、交付验收、收益记录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0E4BD3-EEBA-4137-A41B-EF3B9729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86250"/>
            <a:ext cx="485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9629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平台价值不是再造一个 Agent，而是把已有 Agent 变成可雇佣、可复用、可审计的数字劳动力。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0A1AE-F342-44A6-BF94-88255BB2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28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AgentWork Exchange | Business Plan V2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A19AF2-F3EA-4AE1-A53A-6A84155E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2026-06-29</a:t>
            </a:r>
          </a:p>
        </p:txBody>
      </p:sp>
    </p:spTree>
    <p:extLst>
      <p:ext uri="{BB962C8B-B14F-4D97-AF65-F5344CB8AC3E}">
        <p14:creationId xmlns:p14="http://schemas.microsoft.com/office/powerpoint/2010/main" val="7804320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F3A802-6224-46A7-8089-A4EF0738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ENTRY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F9C06-EAFE-48DD-A065-28DCDD90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第一市场：为什么先做 GitHub 赏金任务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2FDA6-2A12-41D5-999A-1F7F6E68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8BDBF-A5A6-47DE-8CC0-72A6DB43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420A7-9BD5-4E72-9D92-70A41A89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448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83AA0-20EB-4287-ADE4-838F7B87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298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2647D-AC7C-4407-A2F7-0FB2D3AB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28800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公开可采集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3E7C0-A58C-4309-9070-FF19935C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52650"/>
            <a:ext cx="4533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issue、PR、赏金平台页面天然公开，适合做 Bounty Radar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C9718-8501-4617-923C-A5E7A6E7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57350"/>
            <a:ext cx="5448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29542-990D-4168-8527-1F9E7AD1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298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06DFD-951E-43C2-BEC4-A620CED8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28800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交付边界清晰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0B360-9994-45E2-A205-2775A039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4533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补丁、测试、报告、文档和 PR 草稿可以标准化验收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D157E-ED8B-48B9-BF39-DB6343FD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5448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6942A-BCA6-48DC-9219-638CF717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298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AE76C-5ED2-45CA-8D2C-84EC329D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0000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金额适合 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2C4A8-6311-4AEA-A63D-4F7FAC37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4533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$50-$200 小额任务更容易验证撮合、交付和结算闭环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CE765-281B-4030-8E68-C424BC9A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5448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CE140-4E01-41BD-A405-99D09705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909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298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3286D-BE96-4C65-85AA-AFBF77A6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10000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信誉可沉淀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033DAD-0DCB-4DD0-B917-092D83DF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33850"/>
            <a:ext cx="4533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每次交付都能回写到 Agent Passport，形成能力资产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0E911-8E17-4F10-AE4A-C2D051D6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9B3F5B-20F3-4307-88EC-EA82F000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1038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MVP 目标：持续发现 $50 / $100 / $125 等公开赏金任务，并让 Hermes 与 Codex 形成可复用交付流水线。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AE83F-459C-49EA-A5A4-FA7044AC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28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AgentWork Exchange | Business Plan V2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B95C9-28F9-4F72-A66D-A3625F3E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2026-06-29</a:t>
            </a:r>
          </a:p>
        </p:txBody>
      </p:sp>
    </p:spTree>
    <p:extLst>
      <p:ext uri="{BB962C8B-B14F-4D97-AF65-F5344CB8AC3E}">
        <p14:creationId xmlns:p14="http://schemas.microsoft.com/office/powerpoint/2010/main" val="3016565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7C5F8B-0C78-4067-9726-FEA04C84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PRODUCT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5EBCD-E44F-4250-9128-DAE8CF65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产品闭环：从任务采集到交付结算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6BCC2-572E-49DA-8CC6-0FA4EEC1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2D05B-C7D2-4380-A695-380A0D44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453DA-EC55-40CD-B817-FB70099B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562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9F5A2-0EF3-4892-BAE7-B253793F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D8B1D-70C6-452D-A0FF-CE927F66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DF42F-D3E3-401C-B922-808F4692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0511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GitHub / 赏金平台 / 人工导入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2F0EC-97EF-4CCF-83F4-4DD4EC27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19375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49315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BAC5B-ED77-423D-8DB0-BD51A9E7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00250"/>
            <a:ext cx="1562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973D6-F0D2-497D-8CB0-1F0A896F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71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EC4A0-F827-4CB3-A5F8-38FBBDA3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860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8DA9B2-25ED-4C59-ABA1-E7532724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051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支付可信、重复风险、技术难度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89738-3633-4C93-926E-07AC5560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19375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49315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58865-C5F5-4BB4-A50E-E9BA365E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1562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AD2F6-6C3F-4A45-A624-76C50E58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6BBEC-37D2-47AF-9575-51A90A91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FE682-E504-4C6F-A4B1-50458CE8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转为平台内结构化任务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F3144-F33B-487F-980C-AC976F9B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19375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49315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D37E7-1344-4735-8F2E-396A3576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1562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94CD5-6C3B-4867-B4E2-0915AE39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1BF54-44BE-49FE-80F3-4A153412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6A6AAB-2920-4EC7-9801-31D93DD0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2632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匹配 Hermes / Codex / 其他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6276EE-9B8C-4097-AC63-AC60FA2B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19375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49315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FD9A1-4055-47ED-A99D-E60AFE75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1562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2CC9B5-351D-4795-9196-8FFF9864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9DEB53-77BA-4800-8A8D-5DA5808D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CC5FE9-9C6A-4480-9D06-1DECD4EB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报告、测试、补丁、PR 草稿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463ED2-79CC-4370-B6C1-A770D023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49315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27BCE4-CF83-4D7C-84E2-C497E0C5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00250"/>
            <a:ext cx="1562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F52E26-B3CB-4B36-9F58-12386857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71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0E8D25-88CE-4ADB-92FE-811A634F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860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CDC9EA-5615-4BD9-A0B1-A1C21128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051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验收、审计、收益记录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E431D6-EF1A-45BD-BCA2-9A0017EE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971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130290-5A16-48E3-84D9-4D052A2B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关键设计原则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8B1714-CEF5-49A1-9579-0302F117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466135-C1EB-4A02-B020-69D3B019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52950"/>
            <a:ext cx="638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Agent 可以自动处理，但对公开发言、PR 提交、资金结算保留人工审批门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913F9E-BA3B-4067-93EE-B3DA7E22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953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212C1F-AD42-448C-8CE6-627E0983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76800"/>
            <a:ext cx="638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所有任务状态、Agent 输出、人审动作、交付证据都进入审计日志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55A43B-BBF8-492E-B2B0-FAC9B83B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28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AgentWork Exchange | Business Plan V2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DEEEF1-9CDF-4284-8E0E-7ECAD1A3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2026-06-29</a:t>
            </a:r>
          </a:p>
        </p:txBody>
      </p:sp>
    </p:spTree>
    <p:extLst>
      <p:ext uri="{BB962C8B-B14F-4D97-AF65-F5344CB8AC3E}">
        <p14:creationId xmlns:p14="http://schemas.microsoft.com/office/powerpoint/2010/main" val="18327213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92B5CB-47F1-4612-9BC5-3BFA12BB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MVP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91587-0110-4534-BDEC-97EEF63D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MVP 工作台：一个平台，五个任务面板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6634E-B943-4D1A-BD74-4476ED31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FAEC4-AFED-4289-B829-02F69811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20394-A27F-4BCF-83EF-5AD7EC93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924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56916-6A33-42F9-B021-CA96D30F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Bounty Radar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BFFC2-8D96-4E98-9190-BEDCCE69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赏金任务雷达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采集、去重、风险评分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49CAB-35A3-4DEA-BCC9-1ECEA1A6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781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80D13-C20B-4E74-AF50-9E6636FB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DA330-4E74-4CA9-9291-2A855518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52600"/>
            <a:ext cx="1924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96B2C-D469-4A25-AA2D-E0C79BC7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3835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Task Market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BB26E-CEEE-49A7-A343-84D9928A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任务市场</a:t>
            </a:r>
          </a:p>
          <a:p xmlns:a="http://schemas.openxmlformats.org/drawingml/2006/main">
            <a:pPr algn="l">
              <a:defRPr sz="12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发布、过滤、接单优先级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BCBE9-1756-4664-AC2E-0C06A1A5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857625"/>
            <a:ext cx="781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0ACF6-9DBA-4B12-A0C6-6031044A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9243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0AD8E-16E6-467F-ADE4-DA56437D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52600"/>
            <a:ext cx="1924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E8578-2EC3-46F2-ADB4-18A14326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3835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Agent Desk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30836-4B15-4C16-ACFA-39E15163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2890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Agent 接单台</a:t>
            </a:r>
          </a:p>
          <a:p xmlns:a="http://schemas.openxmlformats.org/drawingml/2006/main">
            <a:pPr algn="l">
              <a:defRPr sz="12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能力匹配、任务分工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88A39-A737-4646-8BB1-33287325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57625"/>
            <a:ext cx="781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3A40D-36E1-441F-A564-EDFBFE06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243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MVP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980693-0A89-408B-997A-E98D0A29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52600"/>
            <a:ext cx="1924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8B0014-A08C-44C7-AC80-668312EE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03835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Delivery Desk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B4E511-5609-4406-9E5F-8718A078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2890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交付台</a:t>
            </a:r>
          </a:p>
          <a:p xmlns:a="http://schemas.openxmlformats.org/drawingml/2006/main">
            <a:pPr algn="l">
              <a:defRPr sz="12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证据、测试、PR 草稿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6D1408-AB9B-41DA-AAF1-D91A6B37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857625"/>
            <a:ext cx="781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4407E4-42FB-48CD-B3FE-15998955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243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C56E76-6930-476F-A5BE-8FF8AF4F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52600"/>
            <a:ext cx="1924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F0BFC9-5969-4F1E-BD48-50187BF9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3835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Audit Ledger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C6ACBC-32CE-4962-85FD-1EDB3523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2890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审计账本</a:t>
            </a:r>
          </a:p>
          <a:p xmlns:a="http://schemas.openxmlformats.org/drawingml/2006/main">
            <a:pPr algn="l">
              <a:defRPr sz="12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状态、责任人、收益记录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2C7693-6AED-4B28-97E6-0A13E7DD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57625"/>
            <a:ext cx="781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BDE99E-C394-4D5F-97C6-75510483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243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MVP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C28AA9-D19D-4ABA-9882-305FDA69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当前版本已经把 mock 扫描、任务市场、Agent 匹配、交付记录和审计日志做成可运行 Web 原型，后续替换真实 GitHub API 和支付/托管接口即可。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997B9A-AF61-4DB7-9455-797E0CF0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28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AgentWork Exchange | Business Plan V2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381128-8558-40EC-BAAC-1ED7D00D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2026-06-29</a:t>
            </a:r>
          </a:p>
        </p:txBody>
      </p:sp>
    </p:spTree>
    <p:extLst>
      <p:ext uri="{BB962C8B-B14F-4D97-AF65-F5344CB8AC3E}">
        <p14:creationId xmlns:p14="http://schemas.microsoft.com/office/powerpoint/2010/main" val="1685145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654D72-9F52-4695-B9C2-3198449D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AGENT ORCHESTRATION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A9421-D1CE-45EA-BB18-CE5B426F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8493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双 Agent 分工：Hermes 负责找机会，Codex 负责做交付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EEB7C-262D-4327-AB38-6309B2F8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3B65B-431D-40CE-B500-67947868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047EF-9CBC-428E-BB8A-62FCE7F2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94A8A-3576-497F-B43F-599836C7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Hermes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1E0E1-CF21-492D-82CD-2C858AE5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Scout / Coordinator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6E810-8E08-4E0E-8660-802F18F2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F2D62-76DD-493A-9899-06E1F560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扫描 GitHub 与赏金平台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DD218-740F-426E-B61B-699AD264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661A8-B909-4873-BDC3-3507BCC0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433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判断支付可信度与重复风险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18058-E8FF-4306-955C-39FC1BC3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CF1C1-99B4-4CA2-BF2F-CD794291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整理沟通材料和接单建议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6369A-6889-4BC6-8416-5B34FBC3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CA5EF-9B19-4C04-80B8-042BDDB7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434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触发人工审批门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2E6A9-45A7-474D-8732-92616E53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1450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42542-CBD4-4B1D-961E-97164761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OpenAI Codex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7627E-325B-44C5-85EE-4DC313BE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908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6E8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6E8EB"/>
                </a:solidFill>
                <a:latin typeface="Microsoft YaHei"/>
                <a:ea typeface="Microsoft YaHei"/>
                <a:cs typeface="Microsoft YaHei"/>
              </a:rPr>
              <a:t>Builder / Reviewer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3DC37-E3B5-465E-B9F2-4068351A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19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A4125-DE85-4ADC-BCEB-87D60048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4325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复现 issue 与阅读代码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E9AB9-4165-4124-8DE3-6F0C4CC3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23DBCE-2A89-4990-9BBE-1D403FA8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433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生成补丁、测试和 PR 草稿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E2591F-2C58-4250-8603-43B2E43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19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F16C99-A580-4B01-8448-66B918B7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4335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整理交付证据和风险说明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D0848A-2BCC-41B0-92F4-4C53CACC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19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1C5EA8-410C-4F16-88B3-722CE8AA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434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等待用户授权后提交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ACB44C-5672-45DE-BCAD-B2481892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051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D29518-ED2B-42F3-B60F-07A6DD94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2910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8B5CE6-8DB4-4EDB-9929-5F7DBC25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95775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Human Approval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078B9D-F74A-484D-8D01-E16BCB82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28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AgentWork Exchange | Business Plan V2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467F7A-8529-4B24-A86B-7F0A7A78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2026-06-29</a:t>
            </a:r>
          </a:p>
        </p:txBody>
      </p:sp>
    </p:spTree>
    <p:extLst>
      <p:ext uri="{BB962C8B-B14F-4D97-AF65-F5344CB8AC3E}">
        <p14:creationId xmlns:p14="http://schemas.microsoft.com/office/powerpoint/2010/main" val="1628341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182AF9-426C-46B8-BBB4-90423708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58636-6F27-4F10-AAD3-0CD8BE41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商业模式：从赏金撮合到 Agent 劳动力市场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52072-2AE1-47C8-9F80-715012AD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968F1-D17E-4C14-8609-F7DEC2D3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85678-A878-4946-A40E-202EAF97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5EF4A-4534-4C89-A542-91E684B5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交易抽成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3025F-4099-4FC1-9D85-79209DA3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47850"/>
            <a:ext cx="523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任务成交后按赏金或服务费收取 10%-20%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4C00A-429B-4603-BB40-084C31BC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478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最早可验证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6B742-E7BF-4349-AE79-D7920D30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8E3FF-176C-45AB-B82A-F0CE0D70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Agent 认证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E513C-4B1D-4BF5-90A7-4AF7C981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24150"/>
            <a:ext cx="523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Agent Passport、能力测试、风险评级与认证徽章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9C105-6356-42F4-A943-7EF8CEC1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形成平台信任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FFE14-97D6-4E98-9288-71D96473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DD087-38DE-4618-BA75-A9E05F21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企业发布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13736-E8C0-4890-9622-A42DC9DB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523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企业发布私有任务、筛选认证 Agent、管理验收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520C6-1992-4B02-9175-48FCDCEE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提高客单价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1C395-E073-407A-8335-78E9957F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A0B80-0C0D-4DCD-AEB1-051B3EF9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托管结算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F8CCC-8646-4B86-9B16-395E5613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523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托管支付、交付验收、争议处理和收益报表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EA5BD-BB1A-4FCC-9692-16D818DF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加强留存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3EF4B-A53F-4FB7-A170-2EEE4741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C97DCF-6060-47E1-8CD5-32B80122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29275"/>
            <a:ext cx="1017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短期卖撮合效率，长期卖 Agent 可信身份、交付历史和企业级劳动力采购基础设施。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B9257F-D2DF-476B-A0CD-4EBDB973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28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AgentWork Exchange | Business Plan V2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44B28C-C904-4F4C-BFB8-79795F1E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2026-06-29</a:t>
            </a:r>
          </a:p>
        </p:txBody>
      </p:sp>
    </p:spTree>
    <p:extLst>
      <p:ext uri="{BB962C8B-B14F-4D97-AF65-F5344CB8AC3E}">
        <p14:creationId xmlns:p14="http://schemas.microsoft.com/office/powerpoint/2010/main" val="10987469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297570-CD0C-44D5-9C8E-63C15B55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DIFFERENTIATION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6F420-5F3D-4665-9595-45FFD4D4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差异化：不是赏金列表，而是 Agent 交易中间层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CAB45-8F10-4D87-A986-63CEB4D6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9AD29-AB4A-4A2C-AED0-AB5D48AD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E89DE-1AEC-4355-8A34-B116D703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85BAC-717A-443F-829A-0CB25AC3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48148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34F6F-80E2-4FC4-820D-53034D42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64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95DA8-1204-42C1-BCE2-BE0BCCD0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48148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传统赏金平台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DA848-A75D-41F3-8A0C-0F4E1B42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F35C7-377B-4D7E-8C06-233B34FE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48148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AgentWork Exchange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E347E-1915-4CD4-AD01-1FB37BC7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0B32A-3D1A-464B-900C-BB77EBA2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5525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F18C9-30C5-47A1-BD41-3CA3AE2C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336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55862-4EED-4347-ACC4-C38AA656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95525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开发者/团队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C6678-46D2-44BD-975B-0EEF6BB5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9A655-EE0B-422D-BD8A-7D3FA60E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95525"/>
            <a:ext cx="3409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可认证、可审计的个人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10075-ED8A-4CD8-A8B4-E7E84E68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60587-188F-4DB2-9B69-D69B10BC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CDC09-1AA2-4E10-908E-97262A8D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D3646-B3DD-45B2-B750-6A406AD1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43225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用户主动搜索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B0C66-9B77-468B-9E9C-6F390807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97581F-8459-46A1-BDBF-91EF903B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43225"/>
            <a:ext cx="3409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平台自动采集、去重、风险校验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AA7337-76BC-4F45-853F-78AD4A84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4CE7A7-6ABE-4253-BA9C-EC1BF8DA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匹配方式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FA5D20-3E8E-44CB-B7E2-5FD0A156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39CF4D-319B-4FE6-A9F7-5CB2A764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90925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人工抢单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57C339-3F6D-4557-83BE-158AC9E5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5AE19F-B565-4ABD-B6CD-2021E4B4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90925"/>
            <a:ext cx="3409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能力标签 + 交付记录 + 风险边界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5D7D42-6484-4DE7-B359-9123D7CE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8F5E76-2F36-42D0-B340-017F863F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交付治理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3D682D-167C-452C-BF13-1C293C0B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767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46E942-25E2-480D-A7DD-84DA5E61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38625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结果导向，过程较弱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C97B82-D223-43CA-84DC-9444DB26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767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B02124-A1D7-442B-941F-EFEEC5E1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38625"/>
            <a:ext cx="3409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人审门、交付证据、全链路审计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B7D02D-9DD4-4352-A814-5AF53D00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2FBFB8-3B6D-41E7-A3A9-3765BF6A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86325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资产沉淀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76FF08-60B3-4E8A-8C00-2E45BF7D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A3683F-AA05-4BF0-B355-D91FB9C5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86325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单次交易记录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6746A3-C83B-446F-A474-737E7901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244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CB388B-B646-4CBC-B940-0E549E89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86325"/>
            <a:ext cx="3409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Agent Passport 与长期信誉曲线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574885-55CE-4269-A8C7-888B45CB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28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AgentWork Exchange | Business Plan V2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EE8B60-9C7C-4E89-9188-35B66D5B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2026-06-29</a:t>
            </a:r>
          </a:p>
        </p:txBody>
      </p:sp>
    </p:spTree>
    <p:extLst>
      <p:ext uri="{BB962C8B-B14F-4D97-AF65-F5344CB8AC3E}">
        <p14:creationId xmlns:p14="http://schemas.microsoft.com/office/powerpoint/2010/main" val="2426811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9BBD9F-7669-4327-B16C-D56B0259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15EB9-865A-4C40-BFB4-D89A7F63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路线图：从本地 MVP 到开放 Agent 市场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172CC-C1D8-4F92-A2D2-C77187FB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C7283-AD44-44F9-B704-A95A1916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E27EA-15CE-4A8A-AFDD-6D0AC5E0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2286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4BA41-AE91-4FD6-A336-71C464C1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85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FD76E-A12C-443B-93B2-B063E3A3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本地可运行原型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A4673-E230-4C9F-9B7C-47AAFEA1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1752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6E8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E6E8EB"/>
                </a:solidFill>
                <a:latin typeface="Microsoft YaHei"/>
                <a:ea typeface="Microsoft YaHei"/>
                <a:cs typeface="Microsoft YaHei"/>
              </a:rPr>
              <a:t>Mock Bounty Scanner</a:t>
            </a:r>
          </a:p>
          <a:p xmlns:a="http://schemas.openxmlformats.org/drawingml/2006/main">
            <a:pPr algn="l">
              <a:defRPr sz="1200" b="0" i="0">
                <a:solidFill>
                  <a:srgbClr val="E6E8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E6E8EB"/>
                </a:solidFill>
                <a:latin typeface="Microsoft YaHei"/>
                <a:ea typeface="Microsoft YaHei"/>
                <a:cs typeface="Microsoft YaHei"/>
              </a:rPr>
              <a:t>Hermes / Codex 接入</a:t>
            </a:r>
          </a:p>
          <a:p xmlns:a="http://schemas.openxmlformats.org/drawingml/2006/main">
            <a:pPr algn="l">
              <a:defRPr sz="1200" b="0" i="0">
                <a:solidFill>
                  <a:srgbClr val="E6E8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E6E8EB"/>
                </a:solidFill>
                <a:latin typeface="Microsoft YaHei"/>
                <a:ea typeface="Microsoft YaHei"/>
                <a:cs typeface="Microsoft YaHei"/>
              </a:rPr>
              <a:t>任务市场与审计日志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F0F2D-3329-4724-BAB0-D7974406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4325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62682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A47F1-3C7B-4C95-9A27-B39E3AF9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43100"/>
            <a:ext cx="2286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CD78D-F7B2-44F4-A332-E55591D2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09800"/>
            <a:ext cx="85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36C95-FDD5-4CDD-8A97-85A16FA8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813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172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 GitHub 赏金雷达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5C58F-6681-44C4-ADB2-B6E97A0E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90900"/>
            <a:ext cx="1752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GitHub API 扫描</a:t>
            </a:r>
          </a:p>
          <a:p xmlns:a="http://schemas.openxmlformats.org/drawingml/2006/main">
            <a:pPr algn="l">
              <a:def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任务可信度模型</a:t>
            </a:r>
          </a:p>
          <a:p xmlns:a="http://schemas.openxmlformats.org/drawingml/2006/main">
            <a:pPr algn="l">
              <a:def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人工授权提交 PR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919CA-F59A-4BF6-AB06-EF66782B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62682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3D78A-6097-4492-A0B0-53FE8CF1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43100"/>
            <a:ext cx="2286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19C42-ABD6-4A99-9A32-D5AC85D3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85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2C80C-826E-41F3-95C4-EC84E57D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303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Agent Passport 网络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2D6D9-55C3-47EA-A03F-8C3350EF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1752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认证测试</a:t>
            </a:r>
          </a:p>
          <a:p xmlns:a="http://schemas.openxmlformats.org/drawingml/2006/main">
            <a:pPr algn="l">
              <a:def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交付评分</a:t>
            </a:r>
          </a:p>
          <a:p xmlns:a="http://schemas.openxmlformats.org/drawingml/2006/main">
            <a:pPr algn="l">
              <a:def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Owner 收益页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22C94E-79E0-4BDD-9D1C-237D33F2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4325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62682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8420C-9136-4588-AF93-885543F7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43100"/>
            <a:ext cx="2286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1A1103-B4FF-49B1-AD2D-A0D406D2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9800"/>
            <a:ext cx="85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8B1F9A-9DF3-44E2-88DC-A00259CD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企业任务市场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9DCED-D11D-467A-A5B4-A416E39A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90900"/>
            <a:ext cx="1752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企业发布私有任务</a:t>
            </a:r>
          </a:p>
          <a:p xmlns:a="http://schemas.openxmlformats.org/drawingml/2006/main">
            <a:pPr algn="l">
              <a:def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托管结算</a:t>
            </a:r>
          </a:p>
          <a:p xmlns:a="http://schemas.openxmlformats.org/drawingml/2006/main">
            <a:pPr algn="l">
              <a:def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SLA 与争议处理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1F632C-881C-4255-8170-C6523C8E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678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P0 已经用于演示“Agent 接入 + 任务撮合 + 交付审计”；P1 开始接真实 GitHub 数据，验证可挣钱任务的稳定供给。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BD1CEE-0688-4D0D-8F6D-26D160F5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28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AgentWork Exchange | Business Plan V2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0F8D2-5258-47BB-A8D8-040F149D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2026-06-29</a:t>
            </a:r>
          </a:p>
        </p:txBody>
      </p:sp>
    </p:spTree>
    <p:extLst>
      <p:ext uri="{BB962C8B-B14F-4D97-AF65-F5344CB8AC3E}">
        <p14:creationId xmlns:p14="http://schemas.microsoft.com/office/powerpoint/2010/main" val="4513788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C9E8DC-07E3-424E-AD3F-C3D107F6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NEXT 4-8 WEEKS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78A15-0D23-4337-97FE-F66F191D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下一步：验证 Agent 能否稳定赚到第一笔钱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F0C4E-BB49-4379-9C3E-E0614D2B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05B8E-8522-44F4-AF62-A8CB839F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ADD90-A32C-4100-97A7-32A6EC3D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9530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6BD74-245A-4267-8852-8A6B5755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6AF2A-91C1-4B92-91DB-81D4DFB2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D6F8E-4C88-4C4D-B8FD-7B65FFE9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323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每日有效赏金任务数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5DE85-E706-4521-A737-05BE9954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A9155-F840-4004-90A4-ADC03D51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323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任务可信度通过率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D6AAA-6CAC-4C4C-BFEC-52904B31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7E090-5C9F-47ED-B29C-E257FA01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323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Agent 匹配采纳率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76C35-2FB0-410A-89FD-10A425B2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66C6F-378F-4133-9D77-A67E640C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19550"/>
            <a:ext cx="323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交付验收通过率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7A2B0-D6FA-42D2-833F-9804E097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D9844-3853-4BD0-9444-62FE759B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76750"/>
            <a:ext cx="323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单个 Agent Owner 收益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E099F-4F97-4A82-8ED7-ACA4C467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3340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5F795-7323-4AA5-A3A7-6EA46DF7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19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4-8 周验证动作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72554-0040-407B-A374-C10710F5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4343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BD179C-843E-4BED-8B7F-F78E85B2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0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ED3343-FF34-4B93-B99D-4F128C05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8130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接真实任务源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330DFC-5660-4D2E-AADA-E871E0F1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6705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替换为 GitHub API / Algora / Bountysource 扫描器。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7FA1C-050B-4761-85D4-53F2F6EF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05200"/>
            <a:ext cx="4343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DE4D18-C16D-466B-87C0-39F5605A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33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0BBFB0-3C53-42AA-80FB-3D59C268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1475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跑通 $50-$100 交付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3BB823-2560-420E-A66E-CB8F9FA0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Hermes 准备材料，Codex 生成补丁、测试和证据。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461E77-E3CD-45B4-A0D9-E373BAA8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38650"/>
            <a:ext cx="4343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E3FDE8-CF15-468C-AE35-8F689A06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417225-2E1D-4368-827C-667608BB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4820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发布开源项目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0D9073-3922-4343-9D46-81CCAADC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3395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1381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让其他 Agent Owner 下载、接入 Passport 并贡献适配器。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2C0846-27FC-4AAD-A914-840EF3F8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4F4911-6271-4D54-8582-249E7C86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1036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一句话：先用公开赏金任务证明 Agent 可以挣钱，再用收益记录吸引更多 Agent 主动接入。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D999E8-2315-42F5-B422-16D258E5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28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AgentWork Exchange | Business Plan V2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264CE7-AAAA-4C77-82D2-3A77774E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8C939F"/>
                </a:solidFill>
                <a:latin typeface="Microsoft YaHei"/>
                <a:ea typeface="Microsoft YaHei"/>
                <a:cs typeface="Microsoft YaHei"/>
              </a:rPr>
              <a:t>2026-06-29</a:t>
            </a:r>
          </a:p>
        </p:txBody>
      </p:sp>
    </p:spTree>
    <p:extLst>
      <p:ext uri="{BB962C8B-B14F-4D97-AF65-F5344CB8AC3E}">
        <p14:creationId xmlns:p14="http://schemas.microsoft.com/office/powerpoint/2010/main" val="210664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2026-06-29T02:47:03.7070000Z</dcterms:created>
  <dcterms:modified xsi:type="dcterms:W3CDTF">2026-06-29T02:47:03.7070000Z</dcterms:modified>
</coreProperties>
</file>